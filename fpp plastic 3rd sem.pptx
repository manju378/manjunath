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6"/>
  </p:notesMasterIdLst>
  <p:sldIdLst>
    <p:sldId id="256" r:id="rId2"/>
    <p:sldId id="257" r:id="rId3"/>
    <p:sldId id="260" r:id="rId4"/>
    <p:sldId id="261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922" autoAdjust="0"/>
    <p:restoredTop sz="94717" autoAdjust="0"/>
  </p:normalViewPr>
  <p:slideViewPr>
    <p:cSldViewPr>
      <p:cViewPr varScale="1">
        <p:scale>
          <a:sx n="89" d="100"/>
          <a:sy n="89" d="100"/>
        </p:scale>
        <p:origin x="-108" y="-3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2" d="100"/>
          <a:sy n="82" d="100"/>
        </p:scale>
        <p:origin x="-1416" y="-9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8B2680-59C4-40C0-8760-76A65DBABD8F}" type="datetimeFigureOut">
              <a:rPr lang="en-US" smtClean="0"/>
              <a:t>8/10/2024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66175C-DCE5-4999-A405-0A9ACC037A5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66175C-DCE5-4999-A405-0A9ACC037A5B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,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66175C-DCE5-4999-A405-0A9ACC037A5B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66175C-DCE5-4999-A405-0A9ACC037A5B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E927202-0728-4518-A76D-756E27F00DAA}" type="datetimeFigureOut">
              <a:rPr lang="en-US" smtClean="0"/>
              <a:t>8/10/2024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0C621FE-B0E2-4C3F-9E26-6FF035C306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E927202-0728-4518-A76D-756E27F00DAA}" type="datetimeFigureOut">
              <a:rPr lang="en-US" smtClean="0"/>
              <a:t>8/10/2024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0C621FE-B0E2-4C3F-9E26-6FF035C306D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E927202-0728-4518-A76D-756E27F00DAA}" type="datetimeFigureOut">
              <a:rPr lang="en-US" smtClean="0"/>
              <a:t>8/10/2024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0C621FE-B0E2-4C3F-9E26-6FF035C306D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E927202-0728-4518-A76D-756E27F00DAA}" type="datetimeFigureOut">
              <a:rPr lang="en-US" smtClean="0"/>
              <a:t>8/10/2024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0C621FE-B0E2-4C3F-9E26-6FF035C306D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E927202-0728-4518-A76D-756E27F00DAA}" type="datetimeFigureOut">
              <a:rPr lang="en-US" smtClean="0"/>
              <a:t>8/10/2024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0C621FE-B0E2-4C3F-9E26-6FF035C306D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E927202-0728-4518-A76D-756E27F00DAA}" type="datetimeFigureOut">
              <a:rPr lang="en-US" smtClean="0"/>
              <a:t>8/10/2024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0C621FE-B0E2-4C3F-9E26-6FF035C306D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E927202-0728-4518-A76D-756E27F00DAA}" type="datetimeFigureOut">
              <a:rPr lang="en-US" smtClean="0"/>
              <a:t>8/10/2024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0C621FE-B0E2-4C3F-9E26-6FF035C306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DE927202-0728-4518-A76D-756E27F00DAA}" type="datetimeFigureOut">
              <a:rPr lang="en-US" smtClean="0"/>
              <a:t>8/10/2024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0C621FE-B0E2-4C3F-9E26-6FF035C306D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DE927202-0728-4518-A76D-756E27F00DAA}" type="datetimeFigureOut">
              <a:rPr lang="en-US" smtClean="0"/>
              <a:t>8/10/2024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0C621FE-B0E2-4C3F-9E26-6FF035C306D4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E927202-0728-4518-A76D-756E27F00DAA}" type="datetimeFigureOut">
              <a:rPr lang="en-US" smtClean="0"/>
              <a:t>8/10/2024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0C621FE-B0E2-4C3F-9E26-6FF035C306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E927202-0728-4518-A76D-756E27F00DAA}" type="datetimeFigureOut">
              <a:rPr lang="en-US" smtClean="0"/>
              <a:t>8/10/2024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0C621FE-B0E2-4C3F-9E26-6FF035C306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DE927202-0728-4518-A76D-756E27F00DAA}" type="datetimeFigureOut">
              <a:rPr lang="en-US" smtClean="0"/>
              <a:t>8/10/2024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0C621FE-B0E2-4C3F-9E26-6FF035C306D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3042" y="285729"/>
            <a:ext cx="6643734" cy="2428892"/>
          </a:xfrm>
        </p:spPr>
        <p:txBody>
          <a:bodyPr/>
          <a:lstStyle/>
          <a:p>
            <a:r>
              <a:rPr lang="en-US" b="1" dirty="0" smtClean="0"/>
              <a:t>PLASTIC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5786" y="2786059"/>
            <a:ext cx="7858180" cy="202525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INTRODUCTION TO FOOD PACKAGING  PLASTIC </a:t>
            </a:r>
            <a:endParaRPr lang="en-US" sz="2800" dirty="0"/>
          </a:p>
        </p:txBody>
      </p:sp>
    </p:spTree>
  </p:cSld>
  <p:clrMapOvr>
    <a:masterClrMapping/>
  </p:clrMapOvr>
  <p:transition>
    <p:comb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2214554"/>
            <a:ext cx="8072494" cy="328614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dirty="0" smtClean="0">
                <a:latin typeface="Arial Rounded MT Bold" pitchFamily="34" charset="0"/>
              </a:rPr>
              <a:t>THE THIRD ROLE IS TO PROTECT THE  FOOD FROM BIOLOGICAL DETERIORATION CAUSED BY SPOILAGE AND PATHOGENIC MICROORGANISMS (BACTERIA ,YEASTS, FUNGI, AND VIRUSES ) AND ANIMALS LIKE INSECTS  OR RODENTS </a:t>
            </a:r>
            <a:r>
              <a:rPr lang="en-US" sz="2000" dirty="0" smtClean="0">
                <a:latin typeface="Arial Rounded MT Bold" pitchFamily="34" charset="0"/>
              </a:rPr>
              <a:t>.</a:t>
            </a:r>
            <a:endParaRPr lang="en-US" sz="2000" dirty="0">
              <a:latin typeface="Arial Rounded MT Bold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214290"/>
            <a:ext cx="8429684" cy="1857388"/>
          </a:xfrm>
        </p:spPr>
        <p:txBody>
          <a:bodyPr>
            <a:noAutofit/>
          </a:bodyPr>
          <a:lstStyle/>
          <a:p>
            <a:r>
              <a:rPr lang="en-US" sz="4000" dirty="0" smtClean="0">
                <a:latin typeface="Algerian" pitchFamily="82" charset="0"/>
              </a:rPr>
              <a:t>PLASTIC PACAKAGEING MATRIALS AS COMMONLY USED IN FOOD PACKAGING </a:t>
            </a:r>
            <a:endParaRPr lang="en-US" sz="4000" dirty="0">
              <a:latin typeface="Algerian" pitchFamily="82" charset="0"/>
            </a:endParaRPr>
          </a:p>
        </p:txBody>
      </p:sp>
    </p:spTree>
  </p:cSld>
  <p:clrMapOvr>
    <a:masterClrMapping/>
  </p:clrMapOvr>
  <p:transition>
    <p:newsfla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    1) PET plastic </a:t>
            </a:r>
          </a:p>
          <a:p>
            <a:pPr>
              <a:buNone/>
            </a:pPr>
            <a:r>
              <a:rPr lang="en-US" dirty="0" smtClean="0"/>
              <a:t>    2) HDPE plastic 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  3) PVC plastic 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  4) LDPE  plastic 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  5) PP plastic 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  6) PS plastic 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  7) OTHER plastic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TYPES OF PLASTIC USED IN FOOD  PACKAGING </a:t>
            </a:r>
            <a:endParaRPr lang="en-US" dirty="0"/>
          </a:p>
        </p:txBody>
      </p:sp>
    </p:spTree>
  </p:cSld>
  <p:clrMapOvr>
    <a:masterClrMapping/>
  </p:clrMapOvr>
  <p:transition>
    <p:wheel spokes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US" dirty="0" smtClean="0"/>
              <a:t>  Recyclable 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Versatile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Preservation 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Prevent </a:t>
            </a:r>
            <a:r>
              <a:rPr lang="en-US" dirty="0" err="1" smtClean="0"/>
              <a:t>wast</a:t>
            </a:r>
            <a:r>
              <a:rPr lang="en-US" dirty="0" smtClean="0"/>
              <a:t> 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Reduced </a:t>
            </a:r>
            <a:r>
              <a:rPr lang="en-US" smtClean="0"/>
              <a:t>food  waste</a:t>
            </a:r>
          </a:p>
          <a:p>
            <a:pPr>
              <a:buFont typeface="Wingdings" pitchFamily="2" charset="2"/>
              <a:buChar char="v"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BENEFITS OF FOOD PACKAGING  PLASTIC 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71</TotalTime>
  <Words>109</Words>
  <Application>Microsoft Office PowerPoint</Application>
  <PresentationFormat>On-screen Show (4:3)</PresentationFormat>
  <Paragraphs>22</Paragraphs>
  <Slides>4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Concourse</vt:lpstr>
      <vt:lpstr>PLASTIC</vt:lpstr>
      <vt:lpstr>PLASTIC PACAKAGEING MATRIALS AS COMMONLY USED IN FOOD PACKAGING </vt:lpstr>
      <vt:lpstr>TYPES OF PLASTIC USED IN FOOD  PACKAGING </vt:lpstr>
      <vt:lpstr>BENEFITS OF FOOD PACKAGING  PLASTIC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PLASTIC</dc:title>
  <dc:creator>HP</dc:creator>
  <cp:lastModifiedBy>HP</cp:lastModifiedBy>
  <cp:revision>8</cp:revision>
  <dcterms:created xsi:type="dcterms:W3CDTF">2024-08-10T05:58:48Z</dcterms:created>
  <dcterms:modified xsi:type="dcterms:W3CDTF">2024-08-10T07:09:55Z</dcterms:modified>
</cp:coreProperties>
</file>